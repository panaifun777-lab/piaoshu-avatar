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914400"/>
            <a:ext cx="182880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1051560"/>
            <a:ext cx="109728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217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6217920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6217920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6217920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6217920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飘数 Piaoshu · 创始人操作系统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Web4.0 AI原生创业操作系统</a:t>
            </a:r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将AI从执行者升维为共生体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743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v0.1.0-alpha | 90天硬核序列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760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飘数 Piaoshu 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愿景与定位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&amp; Positioning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从执行者 → 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共生体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系统造物主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务实架构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每一行代码都服务于核心业务闭环，拒绝过度设计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402336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064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拒绝概念堆砌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不追风口，只选经过验证的技术路径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402336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6968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先跑通核心链路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MVP先行，快速验证，迭代优于完美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系统架构总览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27448" y="2560320"/>
            <a:ext cx="2286000" cy="1463040"/>
          </a:xfrm>
          <a:prstGeom prst="line">
            <a:avLst/>
          </a:prstGeom>
          <a:noFill/>
          <a:ln w="19050">
            <a:solidFill>
              <a:srgbClr val="2D3B4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013448" y="2560320"/>
            <a:ext cx="2221992" cy="1463040"/>
          </a:xfrm>
          <a:prstGeom prst="line">
            <a:avLst/>
          </a:prstGeom>
          <a:noFill/>
          <a:ln w="19050">
            <a:solidFill>
              <a:srgbClr val="2D3B4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099048" y="2560320"/>
            <a:ext cx="0" cy="2926080"/>
          </a:xfrm>
          <a:prstGeom prst="line">
            <a:avLst/>
          </a:prstGeom>
          <a:noFill/>
          <a:ln w="19050">
            <a:solidFill>
              <a:srgbClr val="2D3B4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383280" y="4389120"/>
            <a:ext cx="1344168" cy="1097280"/>
          </a:xfrm>
          <a:prstGeom prst="line">
            <a:avLst/>
          </a:prstGeom>
          <a:noFill/>
          <a:ln w="19050">
            <a:solidFill>
              <a:srgbClr val="2D3B4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321040" y="4389120"/>
            <a:ext cx="-1764792" cy="1097280"/>
          </a:xfrm>
          <a:prstGeom prst="line">
            <a:avLst/>
          </a:prstGeom>
          <a:noFill/>
          <a:ln w="19050">
            <a:solidFill>
              <a:srgbClr val="2D3B4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27448" y="173736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45736" y="1755648"/>
            <a:ext cx="2706624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认知分片引擎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Cognitive Sharding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15568" y="3675888"/>
            <a:ext cx="2706624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可信证据链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Chain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365760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39328" y="3675888"/>
            <a:ext cx="2706624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流体协作调度器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Fluid Router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27448" y="548640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45736" y="5504688"/>
            <a:ext cx="270662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5623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虚实共生沙盒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64608" y="6035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XDP Sandbox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76088" y="3383280"/>
            <a:ext cx="1645920" cy="91440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6088" y="3474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Piaoshu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认知分片引擎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Sharding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吸收创始人战略直觉，生成专属数字分身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将隐性认知显性化、结构化、可验证化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1755648"/>
            <a:ext cx="5266944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硬性约束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置信度评分 &lt; 阈值 → 人工介入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低置信度决策必须回退至创始人确认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 / Milvus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4498848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498848"/>
            <a:ext cx="4041648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2245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模型微调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5212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Llama-3/Qwen + LoRA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5321808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5321808"/>
            <a:ext cx="3328416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50474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94360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6035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编排框架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6035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魔改 LangGraph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6144768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6144768"/>
            <a:ext cx="3090672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87044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可信证据链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Verifiable Evidence Chain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68580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用户访谈上链存证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A/B测试结果不可篡改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决策日志全链路追溯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73736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90688" y="1755648"/>
            <a:ext cx="3712464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硬性约束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MVP阶段证据必须有VC签名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70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4370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W3C DID + VC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434840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434840"/>
            <a:ext cx="3803904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892040"/>
            <a:ext cx="1088136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65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4965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以太坊 L2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5029200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5029200"/>
            <a:ext cx="3566160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486400"/>
            <a:ext cx="1088136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559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5559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IPFS / Arweave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5623560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5623560"/>
            <a:ext cx="3328416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6080760"/>
            <a:ext cx="1088136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6153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6153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Solidity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6217920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6217920"/>
            <a:ext cx="3090672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流体协作调度器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Fluid Collaboration Router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68580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流体民主制动态分配任务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自动确权与结算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基于复杂度的智能路由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73736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90688" y="1755648"/>
            <a:ext cx="3712464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硬性约束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外部贡献必须通过CI/CD和安全扫描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协作协议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4389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DAO2DAO 协议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480560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480560"/>
            <a:ext cx="3328416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029200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20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支付结算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5120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ERC-20 微支付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5212080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5212080"/>
            <a:ext cx="3566160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852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路由算法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5852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基于复杂度自动路由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5943600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5943600"/>
            <a:ext cx="2852928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虚实共生沙盒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XDP Sandbox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68580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直接生成可交互3D/空间计算MVP原型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跨维度社交协议集成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虚实交互闭环验证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73736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90688" y="1755648"/>
            <a:ext cx="3712464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硬性约束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原型必须包含核心交互循环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3D引擎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Three.js / Babylon.js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498848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498848"/>
            <a:ext cx="3803904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07492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66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社交协议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5166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XDP 跨维度社交协议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5276088"/>
            <a:ext cx="4754880" cy="228600"/>
          </a:xfrm>
          <a:prstGeom prst="roundRect">
            <a:avLst>
              <a:gd name="adj" fmla="val 48000"/>
            </a:avLst>
          </a:prstGeom>
          <a:solidFill>
            <a:srgbClr val="2D3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5276088"/>
            <a:ext cx="2615184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1: D1-D30 基建与协议验证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Infrastructure &amp; Protocol Validation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37360"/>
            <a:ext cx="3630168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70248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动作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 Qdrant 向量库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W3C VC 签发模块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部署基础数据管道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目标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输入访谈记录 → 提取假设 → 生成带哈希VC凭证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验收标准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51663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217920" y="51663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链上查询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500ms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2: D31-D60 认知分身MVP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Avatar MVP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37360"/>
            <a:ext cx="7251192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70248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动作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导入3年决策日志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LoRA 适配器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搭建虚拟红蓝对抗系统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目标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上线虚拟红蓝对抗，输出3+致命漏洞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验收标准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51663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漏洞准确率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70%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217920" y="51663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致命漏洞数量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3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3: D61-D90 流体协作闭环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Fluid Collaboration Loop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70248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动作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接入外部开发者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发布微支付开源任务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建立审计与结算流程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6350">
            <a:solidFill>
              <a:srgbClr val="2D3B4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目标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验证任务发布→接单→审计→结算全链路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验收标准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516636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 w="6350">
            <a:solidFill>
              <a:srgbClr val="2D3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无摩擦外部协作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10次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029200" y="53492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5349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5349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53492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5349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41080" y="5349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52560" y="53492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5349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52760" y="5349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064240" y="53492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64240" y="5349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技术栈与集成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 &amp; Integration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755648"/>
            <a:ext cx="73152" cy="78638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 / Milvus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332720" y="201168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9748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715768"/>
            <a:ext cx="73152" cy="786384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788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模型微调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2788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Llama-3/Qwen + LoRA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332720" y="297180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576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675888"/>
            <a:ext cx="73152" cy="786384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749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0" y="3749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以太坊L2 / AFCChain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332720" y="3931920"/>
            <a:ext cx="228600" cy="228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6177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4636008"/>
            <a:ext cx="73152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709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4592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14800" y="4709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Three.js / Next.js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332720" y="489204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5778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8368" y="5596128"/>
            <a:ext cx="73152" cy="786384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5669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645920" y="5669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114800" y="5669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W3C DID/VC, XDP, ERC-20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332720" y="5852160"/>
            <a:ext cx="228600" cy="2286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828800"/>
            <a:ext cx="8503920" cy="292608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0" y="2103120"/>
            <a:ext cx="39319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286000"/>
            <a:ext cx="7589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架构已定。</a:t>
            </a:r>
            <a:pPr algn="ctr" indent="0" marL="0">
              <a:lnSpc>
                <a:spcPct val="150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直接去写代码。</a:t>
            </a: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看日志，跑测试。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0" y="4572000"/>
            <a:ext cx="39319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飘数 Piaoshu Team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55778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v0.1.0-alpha | 90天硬核序列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84648" y="6126480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50408" y="6126480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16168" y="61264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1928" y="6126480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47688" y="6126480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0" y="6400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飘数 Piaoshu · 创始人行动手册</dc:title>
  <dc:subject>Web4.0 AI原生创业操作系统</dc:subject>
  <dc:creator>Piaoshu Team</dc:creator>
  <cp:lastModifiedBy>Piaoshu Team</cp:lastModifiedBy>
  <cp:revision>1</cp:revision>
  <dcterms:created xsi:type="dcterms:W3CDTF">2026-06-10T11:50:04Z</dcterms:created>
  <dcterms:modified xsi:type="dcterms:W3CDTF">2026-06-10T11:50:04Z</dcterms:modified>
</cp:coreProperties>
</file>